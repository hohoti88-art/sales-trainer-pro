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82880"/>
            <a:ext cx="2286000" cy="2286000"/>
          </a:xfrm>
          <a:prstGeom prst="ellipse">
            <a:avLst/>
          </a:prstGeom>
          <a:solidFill>
            <a:srgbClr val="F5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3931920"/>
            <a:ext cx="3474720" cy="3474720"/>
          </a:xfrm>
          <a:prstGeom prst="ellipse">
            <a:avLst/>
          </a:prstGeom>
          <a:solidFill>
            <a:srgbClr val="E2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세일즈 트레이너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AI 영업 트레이닝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90672"/>
            <a:ext cx="5029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스마트폰 하나로 — 혼자서도, 언제든지, 무제한 롤플레이 연습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보험  |  자동차  |  제약  |  금융  |  B2B 솔루션 영업 조직을 위한 플랫폼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현실적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기존 영업 교육, 이렇게 어렵습니다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높은 교육 비용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전문 트레이너 섭외와
스케줄 조율에 막대한 비용 소요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반복 연습의 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20040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383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1:1 롤플레이는 인원 제한으로
충분한 반복 학습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즉각 피드백 부재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20040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대화 후 객관적 점수·평가·
개선 방향 제시가 어려움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Sales Trainer Pro가 해결합니다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스마트폰 하나로 — 혼자서도, 언제든지, 무제한 AI 롤플레이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혼자서도 이용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무제한 반복 연습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AI 점수·피드백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맞춤 커스터마이즈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37760"/>
            <a:ext cx="11338560" cy="9144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별도 설치 없음  —  Chrome 브라우저에서 URL 접속 즉시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핵심 기능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AI와 실전처럼 — 화법 연습 &amp; 전화 연습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50292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메뉴 1  세일즈 화법 연습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95728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고객 프로필·성격을 직접 설정하는 AI 페르소나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246120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90672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4가지 성격 유형 (까다로운·바쁜·친절·의심)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096512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41064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대화 흐름에 따라 태도가 자연스럽게 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946904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9145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대화 후 즉시 점수·강점·개선점·추천 멘트 피드백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797296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41848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개인 혼자 모바일로 언제든 반복 연습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5577840" cy="50292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27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메뉴 2  세일즈 전화 연습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9088" y="2395728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24028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실제 전화 통화 시뮬레이션 환경 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3246120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090672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AI가 TA 스크립트 자동 생성 (5단계 구조)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4096512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41064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전화벨부터 클로징까지 풀 시나리오 훈련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9088" y="4946904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79145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통화 후 즉각적인 AI 점수·코칭 피드백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9088" y="5797296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5641848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출퇴근 중 스마트폰으로 혼자 연습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핵심 기능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전략까지 — 매출 확대 &amp; 고객 확대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메뉴 3  매출 확대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2316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반복매출·업셀링·크로스셀링·갱신 4가지 전략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47472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고객·상품 정보 입력 시 AI가 전략 자동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52628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현장에서 즉시 쓸 수 있는 구체적 멘트 포함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577839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94959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세일즈맨 개인 실행 관점의 행동 가이드 제공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55778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27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메뉴 4  고객 확대하기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242316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24028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신규 고객층 발굴 전략 AI 자동 분석·제안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9088" y="347472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29184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기존 채널을 넘는 판매 채널 전략 수립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4526280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34340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업종·상품 연관 세계 세일즈 전설 사례 학습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5577839"/>
            <a:ext cx="182880" cy="18288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5394959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즉시 실행 가능한 행동 플랜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도입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도입하면 이렇게 달라집니다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7647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AI 점수 즉시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377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대화 종료 즉시 0~100점
강점·개선점·추천 멘트 자동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7647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783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개인 모바일 혼자 연습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377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출퇴근·이동 중 스마트폰으로
트레이너 없이 언제든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647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783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무제한 반복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77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실패해도 괜찮은 안전한 환경
원하는 만큼 반복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1422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1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교육 비용 절감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5487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전문 트레이너 없이 AI가 대체
인원 제한 없이 전 직원 훈련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41422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🎛️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16051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완전 커스터마이즈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75487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상품·고객·성격 유형 직접 설정
실제 영업 환경 그대로 재현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414223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16051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기업 교육 즉시 활용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75487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신입 교육·역량 강화·실전 점검
모든 영업 훈련 프로그램 대체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적용 업종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어느 영업 조직이든 즉시 도입 가능합니다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🏥  보험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048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복잡한 상품 설명·고객 반론 처리
계약 클로징 스킬 집중 훈련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60020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7647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🚗  자동차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048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시승 전 상담·할부·옵션 제안
경쟁사 비교 대응 훈련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647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💊  제약·의료기기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048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의사·약사 대상 디테일링
근거 기반 제안 스킬 훈련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422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💳  금융·투자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82311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투자 상품 제안·니즈 파악
위험 설명 스킬 훈련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977639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1422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🏢  B2B 솔루션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782311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기업 의사결정자 설득
ROI 기반 가치 제안 훈련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977639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977639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14223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🚪  방문·직접판매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82311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첫 인사부터 계약까지
즉흥 대화 능력 집중 훈련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82880"/>
            <a:ext cx="2286000" cy="2286000"/>
          </a:xfrm>
          <a:prstGeom prst="ellipse">
            <a:avLst/>
          </a:prstGeom>
          <a:solidFill>
            <a:srgbClr val="F5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5029200"/>
            <a:ext cx="1828800" cy="1828800"/>
          </a:xfrm>
          <a:prstGeom prst="ellipse">
            <a:avLst/>
          </a:prstGeom>
          <a:solidFill>
            <a:srgbClr val="E2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지금 바로 체험해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lang="ko-KR" altLang="en-US">
                <a:solidFill>
                  <a:srgbClr val="44506E"/>
                </a:solidFill>
                <a:latin typeface="Malgun Gothic"/>
                <a:ea typeface="Malgun Gothic"/>
              </a:rPr>
              <a:t>설치 없이 Chrome 브라우저에서 즉시 사용 — 개인도, 팀도, 바로 시작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560320"/>
            <a:ext cx="7589520" cy="777240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633472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lang="ko-KR" altLang="en-US">
                <a:solidFill>
                  <a:srgbClr val="F59E0B"/>
                </a:solidFill>
                <a:latin typeface="Malgun Gothic"/>
                <a:ea typeface="Malgun Gothic"/>
              </a:rPr>
              <a:t>sales-trainer-pro-ruddy.vercel.app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📧  도입 문의 : hohoti88@gmail.com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60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🌐  데모 체험 후 기업 맞춤형 도입 안내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754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lang="ko-KR" altLang="en-US">
                <a:solidFill>
                  <a:srgbClr val="1A1F3A"/>
                </a:solidFill>
                <a:latin typeface="Malgun Gothic"/>
                <a:ea typeface="Malgun Gothic"/>
              </a:rPr>
              <a:t>✅  신입 교육 · 역량 강화 · 실전 점검 — 모든 영업 훈련 대체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126480"/>
            <a:ext cx="11430000" cy="530352"/>
          </a:xfrm>
          <a:prstGeom prst="rect">
            <a:avLst/>
          </a:prstGeom>
          <a:solidFill>
            <a:srgbClr val="1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04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세일즈 트레이너 Pro  |  AI 영업 교육 플랫폼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