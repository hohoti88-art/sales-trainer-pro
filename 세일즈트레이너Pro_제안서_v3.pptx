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743200"/>
            <a:ext cx="3657600" cy="36576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트레이너 Pro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4114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057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영업 트레이닝 플랫폼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 하나로 — 혼자서도, 언제든지, 무제한 롤플레이 연습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  |  자동차  |  제약  |  금융  |  B2B 솔루션 영업 조직을 위한 플랫폼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현실적 문제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영업 교육, 이렇게 어렵습니다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65176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1874520"/>
            <a:ext cx="914400" cy="9144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9077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교육 비용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36499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트레이너 섭외와 스케줄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조율에 막대한 비용 소요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65176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69080" y="1874520"/>
            <a:ext cx="914400" cy="9144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37560" y="29077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연습의 한계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336499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 롤플레이는 인원 제한으로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충분한 반복 학습 불가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691640"/>
            <a:ext cx="265176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03720" y="1874520"/>
            <a:ext cx="914400" cy="9144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72200" y="29077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즉각 피드백 부재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336499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후 객관적 점수·평가·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방향 제시가 어려움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Trainer Pro가 해결합니다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 하나로 — 혼자서도, 언제든지, 무제한 AI 롤플레이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192024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286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24/7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혼자서도 이용 가능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2148840"/>
            <a:ext cx="192024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2286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∞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51460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무제한 반복 연습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148840"/>
            <a:ext cx="192024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286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66344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점수·피드백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12280" y="2148840"/>
            <a:ext cx="192024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2286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81228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커스터마이즈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설치 없음  —  Chrome 브라우저에서 URL 접속 즉시 사용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실전처럼 — 화법 연습 &amp; 전화 연습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627632"/>
            <a:ext cx="393192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27632"/>
            <a:ext cx="393192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27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1  세일즈 화법 연습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12848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프로필·성격을 직접 설정하는 AI 페르소나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0662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성격 유형 (까다로운·바쁜·친절·의심)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흐름에 따라 태도가 자연스럽게 변화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69417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후 즉시 점수·강점·개선점·추천 멘트 피드백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18795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혼자 모바일로 언제든 반복 연습 가능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627632"/>
            <a:ext cx="393192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627632"/>
            <a:ext cx="393192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627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2  세일즈 전화 연습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212848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전화 통화 시뮬레이션 환경 구현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70662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TA 스크립트 자동 생성 (5단계 구조)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20040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전화벨부터 클로징까지 풀 시나리오 훈련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69417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 후 즉각적인 AI 점수·코칭 피드백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418795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출퇴근 중 스마트폰으로 혼자 연습 가능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전략까지 — 매출 확대 &amp; 고객 확대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627632"/>
            <a:ext cx="393192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27632"/>
            <a:ext cx="39319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27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3  매출 확대 전략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128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반복매출·업셀링·크로스셀링·갱신 4가지 전략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고객·상품 정보 입력 시 AI가 전략 자동 생성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2735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즉시 쓸 수 있는 구체적 멘트 포함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80390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세일즈맨 개인 실행 관점의 행동 가이드 제공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627632"/>
            <a:ext cx="393192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627632"/>
            <a:ext cx="39319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627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4  고객 확대하기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2128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고객층 발굴 전략 AI 자동 분석·제안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743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채널을 넘는 판매 채널 전략 수립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2735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업종·상품 연관 세계 세일즈 전설 사례 학습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80390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가능한 행동 플랜 제공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효과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도입하면 이렇게 달라집니다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7830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33272" y="1764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점수 즉시 확인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33272" y="211226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종료 즉시 0~100점 점수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강점·개선점·추천 멘트 자동 생성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69164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7830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67912" y="1764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모바일 혼자 연습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67912" y="211226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출퇴근·이동 중 스마트폰으로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트레이너 없이 혼자 언제든 가능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169164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7830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02552" y="1764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무제한 반복 학습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02552" y="211226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실패해도 괜찮은 안전한 환경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만큼 반복 가능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20040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2918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33272" y="3273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비용 절감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3272" y="362102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트레이너 없이 AI가 대체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 제한 없이 전 직원 동시 훈련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54680" y="320040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2918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🎛️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867912" y="3273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커스터마이즈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67912" y="362102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상품·고객·성격 유형 직접 설정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영업 환경 그대로 재현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89320" y="3200400"/>
            <a:ext cx="265176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32918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02552" y="3273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교육 즉시 활용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02552" y="362102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 교육·역량 강화·실전 점검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영업 훈련 프로그램 대체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업종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영업 조직이든 즉시 도입 가능합니다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66420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865376"/>
            <a:ext cx="621792" cy="62179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8653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24712" y="184708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" y="254203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상품 설명·고객 반론 처리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클로징 스킬 집중 훈련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166420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865376"/>
            <a:ext cx="621792" cy="62179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8653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59352" y="184708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64408" y="254203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전 상담·할부·옵션 제안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비교 대응 훈련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9320" y="166420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99048" y="1865376"/>
            <a:ext cx="621792" cy="62179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9048" y="18653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💊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93992" y="184708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제약·의료기기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99048" y="254203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의사·약사 대상 디테일링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기반 제안 스킬 훈련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236976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" y="3438144"/>
            <a:ext cx="621792" cy="62179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4381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24712" y="341985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금융·투자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9768" y="41148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상품 제안·니즈 파악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설명 스킬 훈련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54680" y="3236976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3438144"/>
            <a:ext cx="621792" cy="62179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34381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959352" y="341985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솔루션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64408" y="41148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의사결정자 설득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ROI 기반 가치 제안 훈련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9320" y="3236976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99048" y="3438144"/>
            <a:ext cx="621792" cy="62179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99048" y="34381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🚪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793992" y="341985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방문·직접판매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99048" y="41148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인사부터 계약까지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즉흥 대화 능력 집중 훈련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바로 체험해 보세요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없이 Chrome 브라우저에서 즉시 사용 — 개인도, 팀도, 바로 시작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11680" y="2331720"/>
            <a:ext cx="51206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233172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sales-trainer-pro-ruddy.vercel.app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2461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📧  도입 문의 : hohoti88@gmail.com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68503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 데모 체험 후 기업 맞춤형 도입 안내 제공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412394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신입 교육·역량 강화·실전 점검 모든 영업 훈련 대체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트레이너 Pro  |  AI 영업 교육 플랫폼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2026-04-26T00:29:30Z</dcterms:created>
  <dcterms:modified xsi:type="dcterms:W3CDTF">2026-04-26T00:29:30Z</dcterms:modified>
</cp:coreProperties>
</file>