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세일즈 트레이너 Pro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41148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만드는 영업 교육의 새로운 기준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롤플레이 훈련을 AI로 대체하다 — 언제 어디서나, 무제한 반복, 즉각 피드백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 · 자동차 · 제약 · 금융 · B2B 솔루션 영업 조직을 위한 AI 트레이닝 플랫폼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현실적 문제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영업 교육, 이렇게 어렵습니다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517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교육 비용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트레이너 섭외·스케줄 조율에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막대한 시간과 비용이 소요됩니다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6517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6908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연습의 한계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롤플레이는 인원 제한으로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충분한 반복 학습이 불가합니다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6517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 피드백 부재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대화 연습 후 객관적 평가와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즉각적인 개선 방향 제시가 어렵습니다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Trainer Pro가 해결합니다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어디서나, 무제한 AI 롤플레이 영업 훈련 플랫폼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92024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 가능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2194560"/>
            <a:ext cx="192024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 반복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192024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즉시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피드백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12280" y="2194560"/>
            <a:ext cx="192024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1228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커스터마이즈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하나로 — 별도 설치 없이 Chrome 브라우저에서 즉시 사용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실전처럼 — 화법 연습 &amp; 전화 연습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9319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39319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  메뉴 1 · 세일즈 화법 연습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프로필·성격을 직접 설정하는 AI 페르소나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까다로운형·바쁜형·친절한형·의심형 4가지 유형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흐름에 따라 태도가 자연스럽게 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77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종료 후 점수·잘한점·개선점·추천 멘트 피드백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9319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91640"/>
            <a:ext cx="39319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메뉴 2 · 세일즈 전화 연습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전화 통화 시뮬레이션 환경 구현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816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TA 스크립트 자동 생성 (5단계 구조)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346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전화벨 후 고객 첫 응대부터 클로징까지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77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 후 즉각적인 AI 코칭 피드백 제공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전략까지 — 매출 확대 &amp; 고객 확대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9319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3931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메뉴 3 · 매출 확대 전략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매출 · 업셀링 · 크로스셀링 · 갱신 전략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고객별 상황에 맞춘 AI 전략 자동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현장에서 즉시 쓸 수 있는 구체적 멘트 제공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77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세일즈맨 개인 실행 관점의 행동 가이드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9319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91640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메뉴 4 · 고객 확대하기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고객층 발굴 전략 AI 자동 분석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816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채널 한계를 넘는 판매 채널 전략 제안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346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업종·상품 연관 세계 세일즈 전설 사례 학습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77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세일즈맨 즉시 실행 가능한 행동 플랜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효과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도입하면 이렇게 달라집니다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10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비용 절감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트레이너 없이 AI가 24시간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 롤플레이 제공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73736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810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86200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 반복 학습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실패해도 괜찮은 안전한 환경에서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만큼 반복 연습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810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 AI 피드백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종료 즉시 점수·강점·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개선점·추천 멘트 제공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19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커스터마이즈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630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상품·고객 프로필·성격 유형을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영업 상황에 맞게 설정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324612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319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86200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어디서나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86200" y="3630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스마트폰·노트북 어디서든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중에도 즉시 훈련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324612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319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20840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생성 기능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630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업셀링·신규 고객 발굴 전략을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자동으로 수립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업종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어느 영업 조직이든 즉시 도입 가능합니다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874520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8562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상품 설명, 고객 반론 처리,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클로징 스킬 집중 훈련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691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874520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18562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4408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시승 전 상담, 할부·옵션 제안,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비교 대응 훈련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9048" y="1874520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18562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제약·의료기기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9048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의사·약사 대상 디테일링,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기반 제안 스킬 훈련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644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447288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429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금융·투자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" y="4133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상품 제안, 니즈 파악,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설명 스킬 훈련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2644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3447288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77640" y="3429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솔루션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64408" y="4133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의사결정자 설득,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기반 가치 제안 훈련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2644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99048" y="3447288"/>
            <a:ext cx="640080" cy="6400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12280" y="3429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방문·직접 판매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99048" y="4133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인사부터 계약까지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즉흥 대화 능력 집중 훈련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 바로 체험해 보세요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없이 Chrome 브라우저에서 즉시 사용 가능합니다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468880"/>
            <a:ext cx="51206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468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sales-trainer-pro-ruddy.vercel.app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도입 문의 : hohoti88@gmail.com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7764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데모 체험 후 맞춤형 기업 도입 안내 제공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21538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보험·자동차·제약·금융·B2B 영업 조직 전문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세일즈 트레이너 Pro  |  AI 영업 교육 플랫폼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세일즈 트레이너 Pro — 기업 제안서</dc:title>
  <dc:subject>PptxGenJS Presentation</dc:subject>
  <dc:creator>PptxGenJS</dc:creator>
  <cp:lastModifiedBy>PptxGenJS</cp:lastModifiedBy>
  <cp:revision>1</cp:revision>
  <dcterms:created xsi:type="dcterms:W3CDTF">2026-04-25T23:30:54Z</dcterms:created>
  <dcterms:modified xsi:type="dcterms:W3CDTF">2026-04-25T23:30:54Z</dcterms:modified>
</cp:coreProperties>
</file>